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Amazon Customer Analysis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Transforming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 million transaction records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into actionable business insights using Python, SQL, PostgreSQL, and Power BI.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32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categories &amp; cities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Rate by category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Devices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ordering behavior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5266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Best performers by rating &amp; revenue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Trends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5266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 sales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09957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Tools &amp; Technologies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2195870"/>
            <a:ext cx="8399026" cy="47594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27513" y="1741170"/>
            <a:ext cx="4291013" cy="1277541"/>
          </a:xfrm>
          <a:prstGeom prst="roundRect">
            <a:avLst>
              <a:gd name="adj" fmla="val 858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4653" y="1741170"/>
            <a:ext cx="91440" cy="1277541"/>
          </a:xfrm>
          <a:prstGeom prst="roundRect">
            <a:avLst>
              <a:gd name="adj" fmla="val 33721"/>
            </a:avLst>
          </a:prstGeom>
          <a:solidFill>
            <a:srgbClr val="C49F8C"/>
          </a:solidFill>
          <a:ln/>
        </p:spPr>
      </p:sp>
      <p:sp>
        <p:nvSpPr>
          <p:cNvPr id="6" name="Text 3"/>
          <p:cNvSpPr/>
          <p:nvPr/>
        </p:nvSpPr>
        <p:spPr>
          <a:xfrm>
            <a:off x="9924455" y="196953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&amp; Pandas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924455" y="2476857"/>
            <a:ext cx="376570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 &amp; preprocessing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27513" y="3204924"/>
            <a:ext cx="4291013" cy="1277541"/>
          </a:xfrm>
          <a:prstGeom prst="roundRect">
            <a:avLst>
              <a:gd name="adj" fmla="val 858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4653" y="3204924"/>
            <a:ext cx="91440" cy="1277541"/>
          </a:xfrm>
          <a:prstGeom prst="roundRect">
            <a:avLst>
              <a:gd name="adj" fmla="val 33721"/>
            </a:avLst>
          </a:prstGeom>
          <a:solidFill>
            <a:srgbClr val="C49F8C"/>
          </a:solidFill>
          <a:ln/>
        </p:spPr>
      </p:sp>
      <p:sp>
        <p:nvSpPr>
          <p:cNvPr id="10" name="Text 7"/>
          <p:cNvSpPr/>
          <p:nvPr/>
        </p:nvSpPr>
        <p:spPr>
          <a:xfrm>
            <a:off x="9924455" y="343328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PostgreSQL &amp; SQL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924455" y="3940612"/>
            <a:ext cx="376570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storage &amp; analysis queries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27513" y="4668679"/>
            <a:ext cx="4291013" cy="1277541"/>
          </a:xfrm>
          <a:prstGeom prst="roundRect">
            <a:avLst>
              <a:gd name="adj" fmla="val 858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4653" y="4668679"/>
            <a:ext cx="91440" cy="1277541"/>
          </a:xfrm>
          <a:prstGeom prst="roundRect">
            <a:avLst>
              <a:gd name="adj" fmla="val 33721"/>
            </a:avLst>
          </a:prstGeom>
          <a:solidFill>
            <a:srgbClr val="C49F8C"/>
          </a:solidFill>
          <a:ln/>
        </p:spPr>
      </p:sp>
      <p:sp>
        <p:nvSpPr>
          <p:cNvPr id="14" name="Text 11"/>
          <p:cNvSpPr/>
          <p:nvPr/>
        </p:nvSpPr>
        <p:spPr>
          <a:xfrm>
            <a:off x="9924455" y="489704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924455" y="5404366"/>
            <a:ext cx="376570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dashboard creation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27513" y="6132433"/>
            <a:ext cx="4291013" cy="1277541"/>
          </a:xfrm>
          <a:prstGeom prst="roundRect">
            <a:avLst>
              <a:gd name="adj" fmla="val 858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4653" y="6132433"/>
            <a:ext cx="91440" cy="1277541"/>
          </a:xfrm>
          <a:prstGeom prst="roundRect">
            <a:avLst>
              <a:gd name="adj" fmla="val 33721"/>
            </a:avLst>
          </a:prstGeom>
          <a:solidFill>
            <a:srgbClr val="C49F8C"/>
          </a:solidFill>
          <a:ln/>
        </p:spPr>
      </p:sp>
      <p:sp>
        <p:nvSpPr>
          <p:cNvPr id="18" name="Text 15"/>
          <p:cNvSpPr/>
          <p:nvPr/>
        </p:nvSpPr>
        <p:spPr>
          <a:xfrm>
            <a:off x="9924455" y="636079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Jupyter Notebook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924455" y="6868120"/>
            <a:ext cx="376570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 environment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3530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686639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Synthetic Amazon e-commerce dataset —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~1,000,000 rows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 real-world transaction data.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2554367"/>
            <a:ext cx="8360688" cy="4737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31204" y="2464594"/>
            <a:ext cx="4262438" cy="1616035"/>
          </a:xfrm>
          <a:prstGeom prst="roundRect">
            <a:avLst>
              <a:gd name="adj" fmla="val 1974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9843849" y="267723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Data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843849" y="3208853"/>
            <a:ext cx="383714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ID, City, Device Type, Payment Method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631204" y="4279940"/>
            <a:ext cx="4262438" cy="1286470"/>
          </a:xfrm>
          <a:prstGeom prst="roundRect">
            <a:avLst>
              <a:gd name="adj" fmla="val 2479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9843849" y="449258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Data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843849" y="5024199"/>
            <a:ext cx="3837146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Category, Brand, Price, Discount, Rating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631204" y="5765721"/>
            <a:ext cx="4262438" cy="1616035"/>
          </a:xfrm>
          <a:prstGeom prst="roundRect">
            <a:avLst>
              <a:gd name="adj" fmla="val 1974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9843849" y="5978366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Data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9843849" y="6509980"/>
            <a:ext cx="383714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Date, Return Status, Delivery Status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624007"/>
            <a:ext cx="6523792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 &amp; Preparation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5776" y="154566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776" y="1872139"/>
            <a:ext cx="7705249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6" name="Text 3"/>
          <p:cNvSpPr/>
          <p:nvPr/>
        </p:nvSpPr>
        <p:spPr>
          <a:xfrm>
            <a:off x="6205776" y="202061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 CSV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05776" y="2453402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 with Pandas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05776" y="310717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5776" y="3433643"/>
            <a:ext cx="7705249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0" name="Text 7"/>
          <p:cNvSpPr/>
          <p:nvPr/>
        </p:nvSpPr>
        <p:spPr>
          <a:xfrm>
            <a:off x="6205776" y="3582114"/>
            <a:ext cx="261068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Handle Missing Values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05776" y="4014907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Median fill for seller ratings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05776" y="466867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5776" y="4995148"/>
            <a:ext cx="7705249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4" name="Text 11"/>
          <p:cNvSpPr/>
          <p:nvPr/>
        </p:nvSpPr>
        <p:spPr>
          <a:xfrm>
            <a:off x="6205776" y="514361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Standardize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05776" y="5576411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Rename columns, convert dates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05776" y="6230183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05776" y="6556653"/>
            <a:ext cx="7705249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8" name="Text 15"/>
          <p:cNvSpPr/>
          <p:nvPr/>
        </p:nvSpPr>
        <p:spPr>
          <a:xfrm>
            <a:off x="6205776" y="670512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 &amp; Export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05776" y="713791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Check duplicates, export clean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556"/>
            <a:ext cx="70614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 in PostgreSQL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1916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Analyses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497455"/>
            <a:ext cx="4205168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cities by revenue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 revenue trends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rate by category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Top-performing sellers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ranking with window functions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18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Concepts Used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638943" y="5828348"/>
            <a:ext cx="1187529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8" name="Text 5"/>
          <p:cNvSpPr/>
          <p:nvPr/>
        </p:nvSpPr>
        <p:spPr>
          <a:xfrm>
            <a:off x="9775031" y="5896332"/>
            <a:ext cx="9153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GROUP BY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939820" y="5828348"/>
            <a:ext cx="721043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10" name="Text 7"/>
          <p:cNvSpPr/>
          <p:nvPr/>
        </p:nvSpPr>
        <p:spPr>
          <a:xfrm>
            <a:off x="11075908" y="5896332"/>
            <a:ext cx="4488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38943" y="6367939"/>
            <a:ext cx="2210276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12" name="Text 9"/>
          <p:cNvSpPr/>
          <p:nvPr/>
        </p:nvSpPr>
        <p:spPr>
          <a:xfrm>
            <a:off x="9775031" y="6435923"/>
            <a:ext cx="19380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WINDOW FUNCTIONS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962567" y="6367939"/>
            <a:ext cx="922139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14" name="Text 11"/>
          <p:cNvSpPr/>
          <p:nvPr/>
        </p:nvSpPr>
        <p:spPr>
          <a:xfrm>
            <a:off x="12098655" y="6435923"/>
            <a:ext cx="6499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RANK()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638943" y="6907530"/>
            <a:ext cx="1356479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16" name="Text 13"/>
          <p:cNvSpPr/>
          <p:nvPr/>
        </p:nvSpPr>
        <p:spPr>
          <a:xfrm>
            <a:off x="9775031" y="6975515"/>
            <a:ext cx="10843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CASE WHEN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250"/>
            <a:ext cx="7157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 — KPIs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300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893" y="308300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₹8.82B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5897523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77995" y="308300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11.6%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339626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4782" y="503610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₹9.94K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3676412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Order Value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503610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3.75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8118515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Seller Rating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8874"/>
            <a:ext cx="6402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Visualizations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81281"/>
            <a:ext cx="1767840" cy="1092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57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47705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Electronics leads revenue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581281"/>
            <a:ext cx="1767840" cy="1092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957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Orders by Device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44770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Mobile, Web &amp; Tablet split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581281"/>
            <a:ext cx="1767840" cy="1092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957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City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44770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Metro cities drive sales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581281"/>
            <a:ext cx="1767840" cy="1092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957286"/>
            <a:ext cx="3042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 Revenue Trend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44770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Seasonality &amp; growth patterns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Business Insights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588544"/>
            <a:ext cx="226552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Data Reveals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4014907"/>
            <a:ext cx="6015395" cy="150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Electronics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top revenue category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11.6% returns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quality &amp; delivery gaps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Multi-device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omnichannel essential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Metro cities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primary revenue drivers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3.75 seller rating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room to improve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76501"/>
            <a:ext cx="7285315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Recommendations &amp; Conclusion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717" y="1573828"/>
            <a:ext cx="303014" cy="303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63385" y="156757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Returns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363385" y="1991082"/>
            <a:ext cx="1256002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high-return categories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717" y="2662654"/>
            <a:ext cx="303014" cy="303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3385" y="265640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Raise Seller Standards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363385" y="3079909"/>
            <a:ext cx="1256002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Stricter quality benchmarks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717" y="3751481"/>
            <a:ext cx="303014" cy="3030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63385" y="374523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Top Cities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363385" y="4168735"/>
            <a:ext cx="1256002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metro campaigns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717" y="4840307"/>
            <a:ext cx="303014" cy="3030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63385" y="483405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Optimization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363385" y="5257562"/>
            <a:ext cx="1256002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 mobile experience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717" y="5929134"/>
            <a:ext cx="303014" cy="3030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63385" y="592288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Seasonal Marketing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363385" y="6346388"/>
            <a:ext cx="1256002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trends for promotions &amp; inventory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706993" y="6854309"/>
            <a:ext cx="13216414" cy="798790"/>
          </a:xfrm>
          <a:prstGeom prst="roundRect">
            <a:avLst>
              <a:gd name="adj" fmla="val 3794"/>
            </a:avLst>
          </a:prstGeom>
          <a:solidFill>
            <a:srgbClr val="183A1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923" y="7143393"/>
            <a:ext cx="252413" cy="20193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63266" y="7084695"/>
            <a:ext cx="1235821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analytics — from raw data to actionable insights.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2026-04-27T10:05:54Z</dcterms:created>
  <dcterms:modified xsi:type="dcterms:W3CDTF">2026-04-27T10:05:54Z</dcterms:modified>
</cp:coreProperties>
</file>